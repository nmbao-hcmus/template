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9259550" cy="43200638"/>
  <p:notesSz cx="6858000" cy="9144000"/>
  <p:embeddedFontLst>
    <p:embeddedFont>
      <p:font typeface="Anton" pitchFamily="2" charset="0"/>
      <p:regular r:id="rId3"/>
    </p:embeddedFont>
    <p:embeddedFont>
      <p:font typeface="Francois One" panose="020B0604020202020204" charset="0"/>
      <p:regular r:id="rId4"/>
    </p:embeddedFont>
    <p:embeddedFont>
      <p:font typeface="League Spartan" panose="020B0604020202020204" charset="0"/>
      <p:regular r:id="rId5"/>
    </p:embeddedFont>
    <p:embeddedFont>
      <p:font typeface="Noto Sans" panose="020B0502040504020204" pitchFamily="34" charset="0"/>
      <p:regular r:id="rId6"/>
    </p:embeddedFont>
    <p:embeddedFont>
      <p:font typeface="Tahoma" panose="020B0604030504040204" pitchFamily="34" charset="0"/>
      <p:regular r:id="rId7"/>
      <p:bold r:id="rId8"/>
    </p:embeddedFont>
    <p:embeddedFont>
      <p:font typeface="Tahoma Bold" panose="020B0804030504040204" pitchFamily="34" charset="0"/>
      <p:regular r:id="rId9"/>
      <p:bold r:id="rId10"/>
    </p:embeddedFont>
  </p:embeddedFontLst>
  <p:defaultTextStyle>
    <a:defPPr>
      <a:defRPr lang="en-US"/>
    </a:defPPr>
    <a:lvl1pPr marL="0" algn="l" defTabSz="714419" rtl="0" eaLnBrk="1" latinLnBrk="0" hangingPunct="1">
      <a:defRPr sz="1407" kern="1200">
        <a:solidFill>
          <a:schemeClr val="tx1"/>
        </a:solidFill>
        <a:latin typeface="+mn-lt"/>
        <a:ea typeface="+mn-ea"/>
        <a:cs typeface="+mn-cs"/>
      </a:defRPr>
    </a:lvl1pPr>
    <a:lvl2pPr marL="357209" algn="l" defTabSz="714419" rtl="0" eaLnBrk="1" latinLnBrk="0" hangingPunct="1">
      <a:defRPr sz="1407" kern="1200">
        <a:solidFill>
          <a:schemeClr val="tx1"/>
        </a:solidFill>
        <a:latin typeface="+mn-lt"/>
        <a:ea typeface="+mn-ea"/>
        <a:cs typeface="+mn-cs"/>
      </a:defRPr>
    </a:lvl2pPr>
    <a:lvl3pPr marL="714419" algn="l" defTabSz="714419" rtl="0" eaLnBrk="1" latinLnBrk="0" hangingPunct="1">
      <a:defRPr sz="1407" kern="1200">
        <a:solidFill>
          <a:schemeClr val="tx1"/>
        </a:solidFill>
        <a:latin typeface="+mn-lt"/>
        <a:ea typeface="+mn-ea"/>
        <a:cs typeface="+mn-cs"/>
      </a:defRPr>
    </a:lvl3pPr>
    <a:lvl4pPr marL="1071629" algn="l" defTabSz="714419" rtl="0" eaLnBrk="1" latinLnBrk="0" hangingPunct="1">
      <a:defRPr sz="1407" kern="1200">
        <a:solidFill>
          <a:schemeClr val="tx1"/>
        </a:solidFill>
        <a:latin typeface="+mn-lt"/>
        <a:ea typeface="+mn-ea"/>
        <a:cs typeface="+mn-cs"/>
      </a:defRPr>
    </a:lvl4pPr>
    <a:lvl5pPr marL="1428838" algn="l" defTabSz="714419" rtl="0" eaLnBrk="1" latinLnBrk="0" hangingPunct="1">
      <a:defRPr sz="1407" kern="1200">
        <a:solidFill>
          <a:schemeClr val="tx1"/>
        </a:solidFill>
        <a:latin typeface="+mn-lt"/>
        <a:ea typeface="+mn-ea"/>
        <a:cs typeface="+mn-cs"/>
      </a:defRPr>
    </a:lvl5pPr>
    <a:lvl6pPr marL="1786046" algn="l" defTabSz="714419" rtl="0" eaLnBrk="1" latinLnBrk="0" hangingPunct="1">
      <a:defRPr sz="1407" kern="1200">
        <a:solidFill>
          <a:schemeClr val="tx1"/>
        </a:solidFill>
        <a:latin typeface="+mn-lt"/>
        <a:ea typeface="+mn-ea"/>
        <a:cs typeface="+mn-cs"/>
      </a:defRPr>
    </a:lvl6pPr>
    <a:lvl7pPr marL="2143257" algn="l" defTabSz="714419" rtl="0" eaLnBrk="1" latinLnBrk="0" hangingPunct="1">
      <a:defRPr sz="1407" kern="1200">
        <a:solidFill>
          <a:schemeClr val="tx1"/>
        </a:solidFill>
        <a:latin typeface="+mn-lt"/>
        <a:ea typeface="+mn-ea"/>
        <a:cs typeface="+mn-cs"/>
      </a:defRPr>
    </a:lvl7pPr>
    <a:lvl8pPr marL="2500468" algn="l" defTabSz="714419" rtl="0" eaLnBrk="1" latinLnBrk="0" hangingPunct="1">
      <a:defRPr sz="1407" kern="1200">
        <a:solidFill>
          <a:schemeClr val="tx1"/>
        </a:solidFill>
        <a:latin typeface="+mn-lt"/>
        <a:ea typeface="+mn-ea"/>
        <a:cs typeface="+mn-cs"/>
      </a:defRPr>
    </a:lvl8pPr>
    <a:lvl9pPr marL="2857677" algn="l" defTabSz="714419" rtl="0" eaLnBrk="1" latinLnBrk="0" hangingPunct="1">
      <a:defRPr sz="14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6" userDrawn="1">
          <p15:clr>
            <a:srgbClr val="A4A3A4"/>
          </p15:clr>
        </p15:guide>
        <p15:guide id="2" pos="1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0" d="100"/>
          <a:sy n="70" d="100"/>
        </p:scale>
        <p:origin x="564" y="48"/>
      </p:cViewPr>
      <p:guideLst>
        <p:guide orient="horz" pos="1826"/>
        <p:guide pos="19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562" y="1800495"/>
            <a:ext cx="5197022" cy="1242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7125" y="3284343"/>
            <a:ext cx="4279900" cy="14811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1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2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85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43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00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5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976" y="3724391"/>
            <a:ext cx="5197022" cy="1151126"/>
          </a:xfrm>
        </p:spPr>
        <p:txBody>
          <a:bodyPr anchor="t"/>
          <a:lstStyle>
            <a:lvl1pPr algn="l">
              <a:defRPr sz="267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976" y="2456541"/>
            <a:ext cx="5197022" cy="1267844"/>
          </a:xfrm>
        </p:spPr>
        <p:txBody>
          <a:bodyPr anchor="b"/>
          <a:lstStyle>
            <a:lvl1pPr marL="0" indent="0">
              <a:buNone/>
              <a:defRPr sz="1337">
                <a:solidFill>
                  <a:schemeClr val="tx1">
                    <a:tint val="75000"/>
                  </a:schemeClr>
                </a:solidFill>
              </a:defRPr>
            </a:lvl1pPr>
            <a:lvl2pPr marL="305718" indent="0">
              <a:buNone/>
              <a:defRPr sz="1204">
                <a:solidFill>
                  <a:schemeClr val="tx1">
                    <a:tint val="75000"/>
                  </a:schemeClr>
                </a:solidFill>
              </a:defRPr>
            </a:lvl2pPr>
            <a:lvl3pPr marL="611435" indent="0">
              <a:buNone/>
              <a:defRPr sz="1070">
                <a:solidFill>
                  <a:schemeClr val="tx1">
                    <a:tint val="75000"/>
                  </a:schemeClr>
                </a:solidFill>
              </a:defRPr>
            </a:lvl3pPr>
            <a:lvl4pPr marL="917153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4pPr>
            <a:lvl5pPr marL="1222870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5pPr>
            <a:lvl6pPr marL="1528588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6pPr>
            <a:lvl7pPr marL="1834304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7pPr>
            <a:lvl8pPr marL="2140022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8pPr>
            <a:lvl9pPr marL="2445739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5707" y="1352380"/>
            <a:ext cx="2700414" cy="3825000"/>
          </a:xfrm>
        </p:spPr>
        <p:txBody>
          <a:bodyPr/>
          <a:lstStyle>
            <a:lvl1pPr>
              <a:defRPr sz="1872"/>
            </a:lvl1pPr>
            <a:lvl2pPr>
              <a:defRPr sz="1605"/>
            </a:lvl2pPr>
            <a:lvl3pPr>
              <a:defRPr sz="1337"/>
            </a:lvl3pPr>
            <a:lvl4pPr>
              <a:defRPr sz="1204"/>
            </a:lvl4pPr>
            <a:lvl5pPr>
              <a:defRPr sz="1204"/>
            </a:lvl5pPr>
            <a:lvl6pPr>
              <a:defRPr sz="1204"/>
            </a:lvl6pPr>
            <a:lvl7pPr>
              <a:defRPr sz="1204"/>
            </a:lvl7pPr>
            <a:lvl8pPr>
              <a:defRPr sz="1204"/>
            </a:lvl8pPr>
            <a:lvl9pPr>
              <a:defRPr sz="12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8023" y="1352380"/>
            <a:ext cx="2700414" cy="3825000"/>
          </a:xfrm>
        </p:spPr>
        <p:txBody>
          <a:bodyPr/>
          <a:lstStyle>
            <a:lvl1pPr>
              <a:defRPr sz="1872"/>
            </a:lvl1pPr>
            <a:lvl2pPr>
              <a:defRPr sz="1605"/>
            </a:lvl2pPr>
            <a:lvl3pPr>
              <a:defRPr sz="1337"/>
            </a:lvl3pPr>
            <a:lvl4pPr>
              <a:defRPr sz="1204"/>
            </a:lvl4pPr>
            <a:lvl5pPr>
              <a:defRPr sz="1204"/>
            </a:lvl5pPr>
            <a:lvl6pPr>
              <a:defRPr sz="1204"/>
            </a:lvl6pPr>
            <a:lvl7pPr>
              <a:defRPr sz="1204"/>
            </a:lvl7pPr>
            <a:lvl8pPr>
              <a:defRPr sz="1204"/>
            </a:lvl8pPr>
            <a:lvl9pPr>
              <a:defRPr sz="12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708" y="1297374"/>
            <a:ext cx="2701476" cy="540680"/>
          </a:xfrm>
        </p:spPr>
        <p:txBody>
          <a:bodyPr anchor="b"/>
          <a:lstStyle>
            <a:lvl1pPr marL="0" indent="0">
              <a:buNone/>
              <a:defRPr sz="1605" b="1"/>
            </a:lvl1pPr>
            <a:lvl2pPr marL="305718" indent="0">
              <a:buNone/>
              <a:defRPr sz="1337" b="1"/>
            </a:lvl2pPr>
            <a:lvl3pPr marL="611435" indent="0">
              <a:buNone/>
              <a:defRPr sz="1204" b="1"/>
            </a:lvl3pPr>
            <a:lvl4pPr marL="917153" indent="0">
              <a:buNone/>
              <a:defRPr sz="1070" b="1"/>
            </a:lvl4pPr>
            <a:lvl5pPr marL="1222870" indent="0">
              <a:buNone/>
              <a:defRPr sz="1070" b="1"/>
            </a:lvl5pPr>
            <a:lvl6pPr marL="1528588" indent="0">
              <a:buNone/>
              <a:defRPr sz="1070" b="1"/>
            </a:lvl6pPr>
            <a:lvl7pPr marL="1834304" indent="0">
              <a:buNone/>
              <a:defRPr sz="1070" b="1"/>
            </a:lvl7pPr>
            <a:lvl8pPr marL="2140022" indent="0">
              <a:buNone/>
              <a:defRPr sz="1070" b="1"/>
            </a:lvl8pPr>
            <a:lvl9pPr marL="2445739" indent="0">
              <a:buNone/>
              <a:defRPr sz="10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5708" y="1838037"/>
            <a:ext cx="2701476" cy="3339333"/>
          </a:xfrm>
        </p:spPr>
        <p:txBody>
          <a:bodyPr/>
          <a:lstStyle>
            <a:lvl1pPr>
              <a:defRPr sz="1605"/>
            </a:lvl1pPr>
            <a:lvl2pPr>
              <a:defRPr sz="1337"/>
            </a:lvl2pPr>
            <a:lvl3pPr>
              <a:defRPr sz="1204"/>
            </a:lvl3pPr>
            <a:lvl4pPr>
              <a:defRPr sz="1070"/>
            </a:lvl4pPr>
            <a:lvl5pPr>
              <a:defRPr sz="1070"/>
            </a:lvl5pPr>
            <a:lvl6pPr>
              <a:defRPr sz="1070"/>
            </a:lvl6pPr>
            <a:lvl7pPr>
              <a:defRPr sz="1070"/>
            </a:lvl7pPr>
            <a:lvl8pPr>
              <a:defRPr sz="1070"/>
            </a:lvl8pPr>
            <a:lvl9pPr>
              <a:defRPr sz="10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05902" y="1297374"/>
            <a:ext cx="2702537" cy="540680"/>
          </a:xfrm>
        </p:spPr>
        <p:txBody>
          <a:bodyPr anchor="b"/>
          <a:lstStyle>
            <a:lvl1pPr marL="0" indent="0">
              <a:buNone/>
              <a:defRPr sz="1605" b="1"/>
            </a:lvl1pPr>
            <a:lvl2pPr marL="305718" indent="0">
              <a:buNone/>
              <a:defRPr sz="1337" b="1"/>
            </a:lvl2pPr>
            <a:lvl3pPr marL="611435" indent="0">
              <a:buNone/>
              <a:defRPr sz="1204" b="1"/>
            </a:lvl3pPr>
            <a:lvl4pPr marL="917153" indent="0">
              <a:buNone/>
              <a:defRPr sz="1070" b="1"/>
            </a:lvl4pPr>
            <a:lvl5pPr marL="1222870" indent="0">
              <a:buNone/>
              <a:defRPr sz="1070" b="1"/>
            </a:lvl5pPr>
            <a:lvl6pPr marL="1528588" indent="0">
              <a:buNone/>
              <a:defRPr sz="1070" b="1"/>
            </a:lvl6pPr>
            <a:lvl7pPr marL="1834304" indent="0">
              <a:buNone/>
              <a:defRPr sz="1070" b="1"/>
            </a:lvl7pPr>
            <a:lvl8pPr marL="2140022" indent="0">
              <a:buNone/>
              <a:defRPr sz="1070" b="1"/>
            </a:lvl8pPr>
            <a:lvl9pPr marL="2445739" indent="0">
              <a:buNone/>
              <a:defRPr sz="10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05902" y="1838037"/>
            <a:ext cx="2702537" cy="3339333"/>
          </a:xfrm>
        </p:spPr>
        <p:txBody>
          <a:bodyPr/>
          <a:lstStyle>
            <a:lvl1pPr>
              <a:defRPr sz="1605"/>
            </a:lvl1pPr>
            <a:lvl2pPr>
              <a:defRPr sz="1337"/>
            </a:lvl2pPr>
            <a:lvl3pPr>
              <a:defRPr sz="1204"/>
            </a:lvl3pPr>
            <a:lvl4pPr>
              <a:defRPr sz="1070"/>
            </a:lvl4pPr>
            <a:lvl5pPr>
              <a:defRPr sz="1070"/>
            </a:lvl5pPr>
            <a:lvl6pPr>
              <a:defRPr sz="1070"/>
            </a:lvl6pPr>
            <a:lvl7pPr>
              <a:defRPr sz="1070"/>
            </a:lvl7pPr>
            <a:lvl8pPr>
              <a:defRPr sz="1070"/>
            </a:lvl8pPr>
            <a:lvl9pPr>
              <a:defRPr sz="10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10" y="230781"/>
            <a:ext cx="2011512" cy="982075"/>
          </a:xfrm>
        </p:spPr>
        <p:txBody>
          <a:bodyPr anchor="b"/>
          <a:lstStyle>
            <a:lvl1pPr algn="l">
              <a:defRPr sz="133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0462" y="230764"/>
            <a:ext cx="3417976" cy="4946606"/>
          </a:xfrm>
        </p:spPr>
        <p:txBody>
          <a:bodyPr/>
          <a:lstStyle>
            <a:lvl1pPr>
              <a:defRPr sz="2140"/>
            </a:lvl1pPr>
            <a:lvl2pPr>
              <a:defRPr sz="1872"/>
            </a:lvl2pPr>
            <a:lvl3pPr>
              <a:defRPr sz="1605"/>
            </a:lvl3pPr>
            <a:lvl4pPr>
              <a:defRPr sz="1337"/>
            </a:lvl4pPr>
            <a:lvl5pPr>
              <a:defRPr sz="1337"/>
            </a:lvl5pPr>
            <a:lvl6pPr>
              <a:defRPr sz="1337"/>
            </a:lvl6pPr>
            <a:lvl7pPr>
              <a:defRPr sz="1337"/>
            </a:lvl7pPr>
            <a:lvl8pPr>
              <a:defRPr sz="1337"/>
            </a:lvl8pPr>
            <a:lvl9pPr>
              <a:defRPr sz="13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5710" y="1212855"/>
            <a:ext cx="2011512" cy="3964532"/>
          </a:xfrm>
        </p:spPr>
        <p:txBody>
          <a:bodyPr/>
          <a:lstStyle>
            <a:lvl1pPr marL="0" indent="0">
              <a:buNone/>
              <a:defRPr sz="936"/>
            </a:lvl1pPr>
            <a:lvl2pPr marL="305718" indent="0">
              <a:buNone/>
              <a:defRPr sz="802"/>
            </a:lvl2pPr>
            <a:lvl3pPr marL="611435" indent="0">
              <a:buNone/>
              <a:defRPr sz="669"/>
            </a:lvl3pPr>
            <a:lvl4pPr marL="917153" indent="0">
              <a:buNone/>
              <a:defRPr sz="602"/>
            </a:lvl4pPr>
            <a:lvl5pPr marL="1222870" indent="0">
              <a:buNone/>
              <a:defRPr sz="602"/>
            </a:lvl5pPr>
            <a:lvl6pPr marL="1528588" indent="0">
              <a:buNone/>
              <a:defRPr sz="602"/>
            </a:lvl6pPr>
            <a:lvl7pPr marL="1834304" indent="0">
              <a:buNone/>
              <a:defRPr sz="602"/>
            </a:lvl7pPr>
            <a:lvl8pPr marL="2140022" indent="0">
              <a:buNone/>
              <a:defRPr sz="602"/>
            </a:lvl8pPr>
            <a:lvl9pPr marL="2445739" indent="0">
              <a:buNone/>
              <a:defRPr sz="6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416" y="4057120"/>
            <a:ext cx="3668486" cy="478961"/>
          </a:xfrm>
        </p:spPr>
        <p:txBody>
          <a:bodyPr anchor="b"/>
          <a:lstStyle>
            <a:lvl1pPr algn="l">
              <a:defRPr sz="133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8416" y="517874"/>
            <a:ext cx="3668486" cy="3477517"/>
          </a:xfrm>
        </p:spPr>
        <p:txBody>
          <a:bodyPr/>
          <a:lstStyle>
            <a:lvl1pPr marL="0" indent="0">
              <a:buNone/>
              <a:defRPr sz="2140"/>
            </a:lvl1pPr>
            <a:lvl2pPr marL="305718" indent="0">
              <a:buNone/>
              <a:defRPr sz="1872"/>
            </a:lvl2pPr>
            <a:lvl3pPr marL="611435" indent="0">
              <a:buNone/>
              <a:defRPr sz="1605"/>
            </a:lvl3pPr>
            <a:lvl4pPr marL="917153" indent="0">
              <a:buNone/>
              <a:defRPr sz="1337"/>
            </a:lvl4pPr>
            <a:lvl5pPr marL="1222870" indent="0">
              <a:buNone/>
              <a:defRPr sz="1337"/>
            </a:lvl5pPr>
            <a:lvl6pPr marL="1528588" indent="0">
              <a:buNone/>
              <a:defRPr sz="1337"/>
            </a:lvl6pPr>
            <a:lvl7pPr marL="1834304" indent="0">
              <a:buNone/>
              <a:defRPr sz="1337"/>
            </a:lvl7pPr>
            <a:lvl8pPr marL="2140022" indent="0">
              <a:buNone/>
              <a:defRPr sz="1337"/>
            </a:lvl8pPr>
            <a:lvl9pPr marL="2445739" indent="0">
              <a:buNone/>
              <a:defRPr sz="133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8416" y="4536081"/>
            <a:ext cx="3668486" cy="680212"/>
          </a:xfrm>
        </p:spPr>
        <p:txBody>
          <a:bodyPr/>
          <a:lstStyle>
            <a:lvl1pPr marL="0" indent="0">
              <a:buNone/>
              <a:defRPr sz="936"/>
            </a:lvl1pPr>
            <a:lvl2pPr marL="305718" indent="0">
              <a:buNone/>
              <a:defRPr sz="802"/>
            </a:lvl2pPr>
            <a:lvl3pPr marL="611435" indent="0">
              <a:buNone/>
              <a:defRPr sz="669"/>
            </a:lvl3pPr>
            <a:lvl4pPr marL="917153" indent="0">
              <a:buNone/>
              <a:defRPr sz="602"/>
            </a:lvl4pPr>
            <a:lvl5pPr marL="1222870" indent="0">
              <a:buNone/>
              <a:defRPr sz="602"/>
            </a:lvl5pPr>
            <a:lvl6pPr marL="1528588" indent="0">
              <a:buNone/>
              <a:defRPr sz="602"/>
            </a:lvl6pPr>
            <a:lvl7pPr marL="1834304" indent="0">
              <a:buNone/>
              <a:defRPr sz="602"/>
            </a:lvl7pPr>
            <a:lvl8pPr marL="2140022" indent="0">
              <a:buNone/>
              <a:defRPr sz="602"/>
            </a:lvl8pPr>
            <a:lvl9pPr marL="2445739" indent="0">
              <a:buNone/>
              <a:defRPr sz="6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32758" y="232120"/>
            <a:ext cx="1375683" cy="49452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5707" y="232120"/>
            <a:ext cx="4025144" cy="49452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5711" y="232105"/>
            <a:ext cx="5502729" cy="965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711" y="1352380"/>
            <a:ext cx="5502729" cy="382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5709" y="5371924"/>
            <a:ext cx="1426634" cy="3085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9002" y="5371924"/>
            <a:ext cx="1936146" cy="3085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806" y="5371924"/>
            <a:ext cx="1426634" cy="3085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11435" rtl="0" eaLnBrk="1" latinLnBrk="0" hangingPunct="1">
        <a:spcBef>
          <a:spcPct val="0"/>
        </a:spcBef>
        <a:buNone/>
        <a:defRPr sz="294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288" indent="-229288" algn="l" defTabSz="611435" rtl="0" eaLnBrk="1" latinLnBrk="0" hangingPunct="1">
        <a:spcBef>
          <a:spcPct val="20000"/>
        </a:spcBef>
        <a:buFont typeface="Arial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1pPr>
      <a:lvl2pPr marL="496791" indent="-191074" algn="l" defTabSz="611435" rtl="0" eaLnBrk="1" latinLnBrk="0" hangingPunct="1">
        <a:spcBef>
          <a:spcPct val="20000"/>
        </a:spcBef>
        <a:buFont typeface="Arial" pitchFamily="34" charset="0"/>
        <a:buChar char="–"/>
        <a:defRPr sz="1872" kern="1200">
          <a:solidFill>
            <a:schemeClr val="tx1"/>
          </a:solidFill>
          <a:latin typeface="+mn-lt"/>
          <a:ea typeface="+mn-ea"/>
          <a:cs typeface="+mn-cs"/>
        </a:defRPr>
      </a:lvl2pPr>
      <a:lvl3pPr marL="764293" indent="-152859" algn="l" defTabSz="611435" rtl="0" eaLnBrk="1" latinLnBrk="0" hangingPunct="1">
        <a:spcBef>
          <a:spcPct val="20000"/>
        </a:spcBef>
        <a:buFont typeface="Arial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070011" indent="-152859" algn="l" defTabSz="611435" rtl="0" eaLnBrk="1" latinLnBrk="0" hangingPunct="1">
        <a:spcBef>
          <a:spcPct val="20000"/>
        </a:spcBef>
        <a:buFont typeface="Arial" pitchFamily="34" charset="0"/>
        <a:buChar char="–"/>
        <a:defRPr sz="1337" kern="1200">
          <a:solidFill>
            <a:schemeClr val="tx1"/>
          </a:solidFill>
          <a:latin typeface="+mn-lt"/>
          <a:ea typeface="+mn-ea"/>
          <a:cs typeface="+mn-cs"/>
        </a:defRPr>
      </a:lvl4pPr>
      <a:lvl5pPr marL="1375729" indent="-152859" algn="l" defTabSz="611435" rtl="0" eaLnBrk="1" latinLnBrk="0" hangingPunct="1">
        <a:spcBef>
          <a:spcPct val="20000"/>
        </a:spcBef>
        <a:buFont typeface="Arial" pitchFamily="34" charset="0"/>
        <a:buChar char="»"/>
        <a:defRPr sz="1337" kern="1200">
          <a:solidFill>
            <a:schemeClr val="tx1"/>
          </a:solidFill>
          <a:latin typeface="+mn-lt"/>
          <a:ea typeface="+mn-ea"/>
          <a:cs typeface="+mn-cs"/>
        </a:defRPr>
      </a:lvl5pPr>
      <a:lvl6pPr marL="1681446" indent="-152859" algn="l" defTabSz="611435" rtl="0" eaLnBrk="1" latinLnBrk="0" hangingPunct="1">
        <a:spcBef>
          <a:spcPct val="20000"/>
        </a:spcBef>
        <a:buFont typeface="Arial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6pPr>
      <a:lvl7pPr marL="1987164" indent="-152859" algn="l" defTabSz="611435" rtl="0" eaLnBrk="1" latinLnBrk="0" hangingPunct="1">
        <a:spcBef>
          <a:spcPct val="20000"/>
        </a:spcBef>
        <a:buFont typeface="Arial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7pPr>
      <a:lvl8pPr marL="2292881" indent="-152859" algn="l" defTabSz="611435" rtl="0" eaLnBrk="1" latinLnBrk="0" hangingPunct="1">
        <a:spcBef>
          <a:spcPct val="20000"/>
        </a:spcBef>
        <a:buFont typeface="Arial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8pPr>
      <a:lvl9pPr marL="2598599" indent="-152859" algn="l" defTabSz="611435" rtl="0" eaLnBrk="1" latinLnBrk="0" hangingPunct="1">
        <a:spcBef>
          <a:spcPct val="20000"/>
        </a:spcBef>
        <a:buFont typeface="Arial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1435" rtl="0" eaLnBrk="1" latinLnBrk="0" hangingPunct="1">
        <a:defRPr sz="1204" kern="1200">
          <a:solidFill>
            <a:schemeClr val="tx1"/>
          </a:solidFill>
          <a:latin typeface="+mn-lt"/>
          <a:ea typeface="+mn-ea"/>
          <a:cs typeface="+mn-cs"/>
        </a:defRPr>
      </a:lvl1pPr>
      <a:lvl2pPr marL="305718" algn="l" defTabSz="611435" rtl="0" eaLnBrk="1" latinLnBrk="0" hangingPunct="1">
        <a:defRPr sz="1204" kern="1200">
          <a:solidFill>
            <a:schemeClr val="tx1"/>
          </a:solidFill>
          <a:latin typeface="+mn-lt"/>
          <a:ea typeface="+mn-ea"/>
          <a:cs typeface="+mn-cs"/>
        </a:defRPr>
      </a:lvl2pPr>
      <a:lvl3pPr marL="611435" algn="l" defTabSz="611435" rtl="0" eaLnBrk="1" latinLnBrk="0" hangingPunct="1">
        <a:defRPr sz="1204" kern="1200">
          <a:solidFill>
            <a:schemeClr val="tx1"/>
          </a:solidFill>
          <a:latin typeface="+mn-lt"/>
          <a:ea typeface="+mn-ea"/>
          <a:cs typeface="+mn-cs"/>
        </a:defRPr>
      </a:lvl3pPr>
      <a:lvl4pPr marL="917153" algn="l" defTabSz="611435" rtl="0" eaLnBrk="1" latinLnBrk="0" hangingPunct="1">
        <a:defRPr sz="1204" kern="1200">
          <a:solidFill>
            <a:schemeClr val="tx1"/>
          </a:solidFill>
          <a:latin typeface="+mn-lt"/>
          <a:ea typeface="+mn-ea"/>
          <a:cs typeface="+mn-cs"/>
        </a:defRPr>
      </a:lvl4pPr>
      <a:lvl5pPr marL="1222870" algn="l" defTabSz="611435" rtl="0" eaLnBrk="1" latinLnBrk="0" hangingPunct="1">
        <a:defRPr sz="1204" kern="1200">
          <a:solidFill>
            <a:schemeClr val="tx1"/>
          </a:solidFill>
          <a:latin typeface="+mn-lt"/>
          <a:ea typeface="+mn-ea"/>
          <a:cs typeface="+mn-cs"/>
        </a:defRPr>
      </a:lvl5pPr>
      <a:lvl6pPr marL="1528588" algn="l" defTabSz="611435" rtl="0" eaLnBrk="1" latinLnBrk="0" hangingPunct="1">
        <a:defRPr sz="1204" kern="1200">
          <a:solidFill>
            <a:schemeClr val="tx1"/>
          </a:solidFill>
          <a:latin typeface="+mn-lt"/>
          <a:ea typeface="+mn-ea"/>
          <a:cs typeface="+mn-cs"/>
        </a:defRPr>
      </a:lvl6pPr>
      <a:lvl7pPr marL="1834304" algn="l" defTabSz="611435" rtl="0" eaLnBrk="1" latinLnBrk="0" hangingPunct="1">
        <a:defRPr sz="1204" kern="1200">
          <a:solidFill>
            <a:schemeClr val="tx1"/>
          </a:solidFill>
          <a:latin typeface="+mn-lt"/>
          <a:ea typeface="+mn-ea"/>
          <a:cs typeface="+mn-cs"/>
        </a:defRPr>
      </a:lvl7pPr>
      <a:lvl8pPr marL="2140022" algn="l" defTabSz="611435" rtl="0" eaLnBrk="1" latinLnBrk="0" hangingPunct="1">
        <a:defRPr sz="1204" kern="1200">
          <a:solidFill>
            <a:schemeClr val="tx1"/>
          </a:solidFill>
          <a:latin typeface="+mn-lt"/>
          <a:ea typeface="+mn-ea"/>
          <a:cs typeface="+mn-cs"/>
        </a:defRPr>
      </a:lvl8pPr>
      <a:lvl9pPr marL="2445739" algn="l" defTabSz="611435" rtl="0" eaLnBrk="1" latinLnBrk="0" hangingPunct="1">
        <a:defRPr sz="12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48985" y="19797"/>
            <a:ext cx="19308535" cy="43200638"/>
          </a:xfrm>
          <a:custGeom>
            <a:avLst/>
            <a:gdLst/>
            <a:ahLst/>
            <a:cxnLst/>
            <a:rect l="l" t="t" r="r" b="b"/>
            <a:pathLst>
              <a:path w="36139315" h="51234277">
                <a:moveTo>
                  <a:pt x="0" y="51234277"/>
                </a:moveTo>
                <a:lnTo>
                  <a:pt x="36139314" y="51234277"/>
                </a:lnTo>
                <a:lnTo>
                  <a:pt x="36139314" y="0"/>
                </a:lnTo>
                <a:lnTo>
                  <a:pt x="0" y="0"/>
                </a:lnTo>
                <a:lnTo>
                  <a:pt x="0" y="51234277"/>
                </a:lnTo>
                <a:close/>
              </a:path>
            </a:pathLst>
          </a:custGeom>
          <a:blipFill>
            <a:blip r:embed="rId2"/>
            <a:stretch>
              <a:fillRect l="-42874" t="-12916" r="-17205"/>
            </a:stretch>
          </a:blipFill>
        </p:spPr>
        <p:txBody>
          <a:bodyPr/>
          <a:lstStyle/>
          <a:p>
            <a:endParaRPr lang="en-SG" sz="532"/>
          </a:p>
        </p:txBody>
      </p:sp>
      <p:grpSp>
        <p:nvGrpSpPr>
          <p:cNvPr id="3" name="Group 3"/>
          <p:cNvGrpSpPr/>
          <p:nvPr/>
        </p:nvGrpSpPr>
        <p:grpSpPr>
          <a:xfrm>
            <a:off x="6053" y="786273"/>
            <a:ext cx="19253497" cy="1279828"/>
            <a:chOff x="0" y="0"/>
            <a:chExt cx="2709333" cy="1600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3" cy="160017"/>
            </a:xfrm>
            <a:custGeom>
              <a:avLst/>
              <a:gdLst/>
              <a:ahLst/>
              <a:cxnLst/>
              <a:rect l="l" t="t" r="r" b="b"/>
              <a:pathLst>
                <a:path w="2709333" h="160017">
                  <a:moveTo>
                    <a:pt x="0" y="0"/>
                  </a:moveTo>
                  <a:lnTo>
                    <a:pt x="2709333" y="0"/>
                  </a:lnTo>
                  <a:lnTo>
                    <a:pt x="2709333" y="160017"/>
                  </a:lnTo>
                  <a:lnTo>
                    <a:pt x="0" y="160017"/>
                  </a:ln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09333" cy="217167"/>
            </a:xfrm>
            <a:prstGeom prst="rect">
              <a:avLst/>
            </a:prstGeom>
          </p:spPr>
          <p:txBody>
            <a:bodyPr lIns="32312" tIns="32312" rIns="32312" bIns="32312" rtlCol="0" anchor="ctr"/>
            <a:lstStyle/>
            <a:p>
              <a:pPr algn="ctr">
                <a:lnSpc>
                  <a:spcPts val="4442"/>
                </a:lnSpc>
              </a:pPr>
              <a:endParaRPr sz="532"/>
            </a:p>
          </p:txBody>
        </p:sp>
      </p:grpSp>
      <p:sp>
        <p:nvSpPr>
          <p:cNvPr id="6" name="AutoShape 6"/>
          <p:cNvSpPr/>
          <p:nvPr/>
        </p:nvSpPr>
        <p:spPr>
          <a:xfrm flipH="1" flipV="1">
            <a:off x="485775" y="1543192"/>
            <a:ext cx="0" cy="40426138"/>
          </a:xfrm>
          <a:prstGeom prst="line">
            <a:avLst/>
          </a:prstGeom>
          <a:ln w="38100" cap="flat">
            <a:solidFill>
              <a:srgbClr val="0036A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 sz="532"/>
          </a:p>
        </p:txBody>
      </p:sp>
      <p:sp>
        <p:nvSpPr>
          <p:cNvPr id="7" name="Freeform 7"/>
          <p:cNvSpPr/>
          <p:nvPr/>
        </p:nvSpPr>
        <p:spPr>
          <a:xfrm rot="-5400000">
            <a:off x="3653796" y="4071595"/>
            <a:ext cx="794049" cy="2732724"/>
          </a:xfrm>
          <a:custGeom>
            <a:avLst/>
            <a:gdLst/>
            <a:ahLst/>
            <a:cxnLst/>
            <a:rect l="l" t="t" r="r" b="b"/>
            <a:pathLst>
              <a:path w="1187539" h="4086923">
                <a:moveTo>
                  <a:pt x="0" y="0"/>
                </a:moveTo>
                <a:lnTo>
                  <a:pt x="1187539" y="0"/>
                </a:lnTo>
                <a:lnTo>
                  <a:pt x="1187539" y="4086923"/>
                </a:lnTo>
                <a:lnTo>
                  <a:pt x="0" y="4086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226943"/>
            </a:stretch>
          </a:blipFill>
        </p:spPr>
        <p:txBody>
          <a:bodyPr/>
          <a:lstStyle/>
          <a:p>
            <a:endParaRPr lang="en-SG" sz="532"/>
          </a:p>
        </p:txBody>
      </p:sp>
      <p:sp>
        <p:nvSpPr>
          <p:cNvPr id="8" name="Freeform 8"/>
          <p:cNvSpPr/>
          <p:nvPr/>
        </p:nvSpPr>
        <p:spPr>
          <a:xfrm>
            <a:off x="0" y="1600"/>
            <a:ext cx="3124780" cy="3587476"/>
          </a:xfrm>
          <a:custGeom>
            <a:avLst/>
            <a:gdLst/>
            <a:ahLst/>
            <a:cxnLst/>
            <a:rect l="l" t="t" r="r" b="b"/>
            <a:pathLst>
              <a:path w="3788289" h="5025922">
                <a:moveTo>
                  <a:pt x="0" y="0"/>
                </a:moveTo>
                <a:lnTo>
                  <a:pt x="3788289" y="0"/>
                </a:lnTo>
                <a:lnTo>
                  <a:pt x="3788289" y="5025922"/>
                </a:lnTo>
                <a:lnTo>
                  <a:pt x="0" y="5025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532"/>
          </a:p>
        </p:txBody>
      </p:sp>
      <p:sp>
        <p:nvSpPr>
          <p:cNvPr id="10" name="Freeform 10"/>
          <p:cNvSpPr/>
          <p:nvPr/>
        </p:nvSpPr>
        <p:spPr>
          <a:xfrm rot="-10800000">
            <a:off x="16427832" y="-2"/>
            <a:ext cx="2825663" cy="3353755"/>
          </a:xfrm>
          <a:custGeom>
            <a:avLst/>
            <a:gdLst/>
            <a:ahLst/>
            <a:cxnLst/>
            <a:rect l="l" t="t" r="r" b="b"/>
            <a:pathLst>
              <a:path w="3960325" h="4141516">
                <a:moveTo>
                  <a:pt x="0" y="0"/>
                </a:moveTo>
                <a:lnTo>
                  <a:pt x="3960324" y="0"/>
                </a:lnTo>
                <a:lnTo>
                  <a:pt x="3960324" y="4141516"/>
                </a:lnTo>
                <a:lnTo>
                  <a:pt x="0" y="4141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G" sz="532"/>
          </a:p>
        </p:txBody>
      </p:sp>
      <p:sp>
        <p:nvSpPr>
          <p:cNvPr id="9" name="AutoShape 9"/>
          <p:cNvSpPr/>
          <p:nvPr/>
        </p:nvSpPr>
        <p:spPr>
          <a:xfrm flipV="1">
            <a:off x="18773775" y="1543191"/>
            <a:ext cx="0" cy="40223187"/>
          </a:xfrm>
          <a:prstGeom prst="line">
            <a:avLst/>
          </a:prstGeom>
          <a:ln w="38100" cap="flat">
            <a:solidFill>
              <a:srgbClr val="0036A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 sz="532"/>
          </a:p>
        </p:txBody>
      </p:sp>
      <p:sp>
        <p:nvSpPr>
          <p:cNvPr id="11" name="Freeform 11"/>
          <p:cNvSpPr/>
          <p:nvPr/>
        </p:nvSpPr>
        <p:spPr>
          <a:xfrm rot="-5400000">
            <a:off x="6386520" y="4071595"/>
            <a:ext cx="794049" cy="2732724"/>
          </a:xfrm>
          <a:custGeom>
            <a:avLst/>
            <a:gdLst/>
            <a:ahLst/>
            <a:cxnLst/>
            <a:rect l="l" t="t" r="r" b="b"/>
            <a:pathLst>
              <a:path w="1187539" h="4086923">
                <a:moveTo>
                  <a:pt x="0" y="0"/>
                </a:moveTo>
                <a:lnTo>
                  <a:pt x="1187539" y="0"/>
                </a:lnTo>
                <a:lnTo>
                  <a:pt x="1187539" y="4086923"/>
                </a:lnTo>
                <a:lnTo>
                  <a:pt x="0" y="4086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226943"/>
            </a:stretch>
          </a:blipFill>
        </p:spPr>
        <p:txBody>
          <a:bodyPr/>
          <a:lstStyle/>
          <a:p>
            <a:endParaRPr lang="en-SG" sz="532"/>
          </a:p>
        </p:txBody>
      </p:sp>
      <p:sp>
        <p:nvSpPr>
          <p:cNvPr id="12" name="Freeform 12"/>
          <p:cNvSpPr/>
          <p:nvPr/>
        </p:nvSpPr>
        <p:spPr>
          <a:xfrm rot="-5400000">
            <a:off x="9154689" y="4071595"/>
            <a:ext cx="794049" cy="2732724"/>
          </a:xfrm>
          <a:custGeom>
            <a:avLst/>
            <a:gdLst/>
            <a:ahLst/>
            <a:cxnLst/>
            <a:rect l="l" t="t" r="r" b="b"/>
            <a:pathLst>
              <a:path w="1187539" h="4086923">
                <a:moveTo>
                  <a:pt x="0" y="0"/>
                </a:moveTo>
                <a:lnTo>
                  <a:pt x="1187539" y="0"/>
                </a:lnTo>
                <a:lnTo>
                  <a:pt x="1187539" y="4086923"/>
                </a:lnTo>
                <a:lnTo>
                  <a:pt x="0" y="4086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226943"/>
            </a:stretch>
          </a:blipFill>
        </p:spPr>
        <p:txBody>
          <a:bodyPr/>
          <a:lstStyle/>
          <a:p>
            <a:endParaRPr lang="en-SG" sz="532"/>
          </a:p>
        </p:txBody>
      </p:sp>
      <p:sp>
        <p:nvSpPr>
          <p:cNvPr id="13" name="Freeform 13"/>
          <p:cNvSpPr/>
          <p:nvPr/>
        </p:nvSpPr>
        <p:spPr>
          <a:xfrm>
            <a:off x="2556955" y="1016039"/>
            <a:ext cx="2272219" cy="696080"/>
          </a:xfrm>
          <a:custGeom>
            <a:avLst/>
            <a:gdLst/>
            <a:ahLst/>
            <a:cxnLst/>
            <a:rect l="l" t="t" r="r" b="b"/>
            <a:pathLst>
              <a:path w="3379785" h="1128149">
                <a:moveTo>
                  <a:pt x="0" y="0"/>
                </a:moveTo>
                <a:lnTo>
                  <a:pt x="3379785" y="0"/>
                </a:lnTo>
                <a:lnTo>
                  <a:pt x="3379785" y="1128149"/>
                </a:lnTo>
                <a:lnTo>
                  <a:pt x="0" y="11281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22053"/>
            </a:stretch>
          </a:blipFill>
        </p:spPr>
        <p:txBody>
          <a:bodyPr/>
          <a:lstStyle/>
          <a:p>
            <a:endParaRPr lang="en-SG" sz="532"/>
          </a:p>
        </p:txBody>
      </p:sp>
      <p:sp>
        <p:nvSpPr>
          <p:cNvPr id="14" name="TextBox 14"/>
          <p:cNvSpPr txBox="1"/>
          <p:nvPr/>
        </p:nvSpPr>
        <p:spPr>
          <a:xfrm>
            <a:off x="5008645" y="1025584"/>
            <a:ext cx="3141262" cy="686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840"/>
              </a:lnSpc>
            </a:pPr>
            <a:r>
              <a:rPr lang="en-US" sz="1450" dirty="0">
                <a:solidFill>
                  <a:srgbClr val="193B68"/>
                </a:solidFill>
                <a:latin typeface="Francois One"/>
                <a:ea typeface="Francois One"/>
                <a:cs typeface="Francois One"/>
                <a:sym typeface="Francois One"/>
              </a:rPr>
              <a:t>THE 7TH INTERNATIONAL CONFERENCE</a:t>
            </a:r>
          </a:p>
          <a:p>
            <a:pPr algn="just">
              <a:lnSpc>
                <a:spcPts val="1840"/>
              </a:lnSpc>
            </a:pPr>
            <a:r>
              <a:rPr lang="en-US" sz="1450" dirty="0">
                <a:solidFill>
                  <a:srgbClr val="193B68"/>
                </a:solidFill>
                <a:latin typeface="Francois One"/>
                <a:ea typeface="Francois One"/>
                <a:cs typeface="Francois One"/>
                <a:sym typeface="Francois One"/>
              </a:rPr>
              <a:t>ON ENGINEERING, PHYSICS,</a:t>
            </a:r>
          </a:p>
          <a:p>
            <a:pPr algn="just">
              <a:lnSpc>
                <a:spcPts val="1840"/>
              </a:lnSpc>
            </a:pPr>
            <a:r>
              <a:rPr lang="en-US" sz="1450" dirty="0">
                <a:solidFill>
                  <a:srgbClr val="193B68"/>
                </a:solidFill>
                <a:latin typeface="Francois One"/>
                <a:ea typeface="Francois One"/>
                <a:cs typeface="Francois One"/>
                <a:sym typeface="Francois One"/>
              </a:rPr>
              <a:t>MEMS-BIOSENSORS AND APPLICATIONS</a:t>
            </a:r>
          </a:p>
        </p:txBody>
      </p:sp>
      <p:sp>
        <p:nvSpPr>
          <p:cNvPr id="15" name="Freeform 15"/>
          <p:cNvSpPr/>
          <p:nvPr/>
        </p:nvSpPr>
        <p:spPr>
          <a:xfrm rot="-5400000">
            <a:off x="11920870" y="4071595"/>
            <a:ext cx="794049" cy="2732724"/>
          </a:xfrm>
          <a:custGeom>
            <a:avLst/>
            <a:gdLst/>
            <a:ahLst/>
            <a:cxnLst/>
            <a:rect l="l" t="t" r="r" b="b"/>
            <a:pathLst>
              <a:path w="1187539" h="4086923">
                <a:moveTo>
                  <a:pt x="0" y="0"/>
                </a:moveTo>
                <a:lnTo>
                  <a:pt x="1187538" y="0"/>
                </a:lnTo>
                <a:lnTo>
                  <a:pt x="1187538" y="4086923"/>
                </a:lnTo>
                <a:lnTo>
                  <a:pt x="0" y="4086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226943"/>
            </a:stretch>
          </a:blipFill>
        </p:spPr>
        <p:txBody>
          <a:bodyPr/>
          <a:lstStyle/>
          <a:p>
            <a:endParaRPr lang="en-SG" sz="532"/>
          </a:p>
        </p:txBody>
      </p:sp>
      <p:sp>
        <p:nvSpPr>
          <p:cNvPr id="16" name="Freeform 16"/>
          <p:cNvSpPr/>
          <p:nvPr/>
        </p:nvSpPr>
        <p:spPr>
          <a:xfrm rot="-5400000">
            <a:off x="14687051" y="4071595"/>
            <a:ext cx="794049" cy="2732724"/>
          </a:xfrm>
          <a:custGeom>
            <a:avLst/>
            <a:gdLst/>
            <a:ahLst/>
            <a:cxnLst/>
            <a:rect l="l" t="t" r="r" b="b"/>
            <a:pathLst>
              <a:path w="1187539" h="4086923">
                <a:moveTo>
                  <a:pt x="0" y="0"/>
                </a:moveTo>
                <a:lnTo>
                  <a:pt x="1187538" y="0"/>
                </a:lnTo>
                <a:lnTo>
                  <a:pt x="1187538" y="4086923"/>
                </a:lnTo>
                <a:lnTo>
                  <a:pt x="0" y="4086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226943"/>
            </a:stretch>
          </a:blipFill>
        </p:spPr>
        <p:txBody>
          <a:bodyPr/>
          <a:lstStyle/>
          <a:p>
            <a:endParaRPr lang="en-SG" sz="532"/>
          </a:p>
        </p:txBody>
      </p:sp>
      <p:grpSp>
        <p:nvGrpSpPr>
          <p:cNvPr id="17" name="Group 17"/>
          <p:cNvGrpSpPr/>
          <p:nvPr/>
        </p:nvGrpSpPr>
        <p:grpSpPr>
          <a:xfrm>
            <a:off x="714377" y="5522120"/>
            <a:ext cx="17830795" cy="6894356"/>
            <a:chOff x="0" y="0"/>
            <a:chExt cx="2537245" cy="6416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37245" cy="641662"/>
            </a:xfrm>
            <a:custGeom>
              <a:avLst/>
              <a:gdLst/>
              <a:ahLst/>
              <a:cxnLst/>
              <a:rect l="l" t="t" r="r" b="b"/>
              <a:pathLst>
                <a:path w="2537245" h="641662">
                  <a:moveTo>
                    <a:pt x="9284" y="0"/>
                  </a:moveTo>
                  <a:lnTo>
                    <a:pt x="2527961" y="0"/>
                  </a:lnTo>
                  <a:cubicBezTo>
                    <a:pt x="2533089" y="0"/>
                    <a:pt x="2537245" y="4157"/>
                    <a:pt x="2537245" y="9284"/>
                  </a:cubicBezTo>
                  <a:lnTo>
                    <a:pt x="2537245" y="632379"/>
                  </a:lnTo>
                  <a:cubicBezTo>
                    <a:pt x="2537245" y="637506"/>
                    <a:pt x="2533089" y="641662"/>
                    <a:pt x="2527961" y="641662"/>
                  </a:cubicBezTo>
                  <a:lnTo>
                    <a:pt x="9284" y="641662"/>
                  </a:lnTo>
                  <a:cubicBezTo>
                    <a:pt x="4157" y="641662"/>
                    <a:pt x="0" y="637506"/>
                    <a:pt x="0" y="632379"/>
                  </a:cubicBezTo>
                  <a:lnTo>
                    <a:pt x="0" y="9284"/>
                  </a:lnTo>
                  <a:cubicBezTo>
                    <a:pt x="0" y="4157"/>
                    <a:pt x="4157" y="0"/>
                    <a:pt x="928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686" y="9525"/>
              <a:ext cx="2515559" cy="632137"/>
            </a:xfrm>
            <a:prstGeom prst="rect">
              <a:avLst/>
            </a:prstGeom>
          </p:spPr>
          <p:txBody>
            <a:bodyPr lIns="32312" tIns="32312" rIns="32312" bIns="32312" rtlCol="0" anchor="ctr"/>
            <a:lstStyle/>
            <a:p>
              <a:pPr>
                <a:lnSpc>
                  <a:spcPts val="4442"/>
                </a:lnSpc>
              </a:pPr>
              <a:r>
                <a:rPr lang="en-US" sz="3701" spc="15" dirty="0" err="1">
                  <a:solidFill>
                    <a:srgbClr val="00275D"/>
                  </a:solidFill>
                  <a:latin typeface="Noto Sans"/>
                  <a:ea typeface="Noto Sans"/>
                  <a:cs typeface="Noto Sans"/>
                  <a:sym typeface="Noto Sans"/>
                </a:rPr>
                <a:t>Asbtract</a:t>
              </a: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>
                <a:lnSpc>
                  <a:spcPts val="4442"/>
                </a:lnSpc>
              </a:pPr>
              <a:endParaRPr lang="en-US" sz="3701" spc="15" dirty="0">
                <a:solidFill>
                  <a:srgbClr val="00275D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4379" y="12527013"/>
            <a:ext cx="17830795" cy="28745046"/>
            <a:chOff x="0" y="0"/>
            <a:chExt cx="2548266" cy="442948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48266" cy="4429489"/>
            </a:xfrm>
            <a:custGeom>
              <a:avLst/>
              <a:gdLst/>
              <a:ahLst/>
              <a:cxnLst/>
              <a:rect l="l" t="t" r="r" b="b"/>
              <a:pathLst>
                <a:path w="2548266" h="4429489">
                  <a:moveTo>
                    <a:pt x="9244" y="0"/>
                  </a:moveTo>
                  <a:lnTo>
                    <a:pt x="2539023" y="0"/>
                  </a:lnTo>
                  <a:cubicBezTo>
                    <a:pt x="2541474" y="0"/>
                    <a:pt x="2543825" y="974"/>
                    <a:pt x="2545559" y="2707"/>
                  </a:cubicBezTo>
                  <a:cubicBezTo>
                    <a:pt x="2547292" y="4441"/>
                    <a:pt x="2548266" y="6792"/>
                    <a:pt x="2548266" y="9244"/>
                  </a:cubicBezTo>
                  <a:lnTo>
                    <a:pt x="2548266" y="4420245"/>
                  </a:lnTo>
                  <a:cubicBezTo>
                    <a:pt x="2548266" y="4422696"/>
                    <a:pt x="2547292" y="4425048"/>
                    <a:pt x="2545559" y="4426781"/>
                  </a:cubicBezTo>
                  <a:cubicBezTo>
                    <a:pt x="2543825" y="4428515"/>
                    <a:pt x="2541474" y="4429489"/>
                    <a:pt x="2539023" y="4429489"/>
                  </a:cubicBezTo>
                  <a:lnTo>
                    <a:pt x="9244" y="4429489"/>
                  </a:lnTo>
                  <a:cubicBezTo>
                    <a:pt x="4139" y="4429489"/>
                    <a:pt x="0" y="4425350"/>
                    <a:pt x="0" y="4420245"/>
                  </a:cubicBezTo>
                  <a:lnTo>
                    <a:pt x="0" y="9244"/>
                  </a:lnTo>
                  <a:cubicBezTo>
                    <a:pt x="0" y="6792"/>
                    <a:pt x="974" y="4441"/>
                    <a:pt x="2707" y="2707"/>
                  </a:cubicBezTo>
                  <a:cubicBezTo>
                    <a:pt x="4441" y="974"/>
                    <a:pt x="6792" y="0"/>
                    <a:pt x="924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2548266" cy="4419964"/>
            </a:xfrm>
            <a:prstGeom prst="rect">
              <a:avLst/>
            </a:prstGeom>
          </p:spPr>
          <p:txBody>
            <a:bodyPr lIns="32312" tIns="32312" rIns="32312" bIns="32312" rtlCol="0" anchor="ctr"/>
            <a:lstStyle/>
            <a:p>
              <a:pPr>
                <a:lnSpc>
                  <a:spcPts val="4442"/>
                </a:lnSpc>
              </a:pPr>
              <a:endParaRPr sz="532"/>
            </a:p>
            <a:p>
              <a:pPr>
                <a:lnSpc>
                  <a:spcPts val="4442"/>
                </a:lnSpc>
              </a:pPr>
              <a:endParaRPr sz="532"/>
            </a:p>
            <a:p>
              <a:pPr>
                <a:lnSpc>
                  <a:spcPts val="4442"/>
                </a:lnSpc>
              </a:pPr>
              <a:endParaRPr sz="532"/>
            </a:p>
            <a:p>
              <a:pPr>
                <a:lnSpc>
                  <a:spcPts val="4442"/>
                </a:lnSpc>
              </a:pPr>
              <a:endParaRPr sz="532"/>
            </a:p>
            <a:p>
              <a:pPr>
                <a:lnSpc>
                  <a:spcPts val="4442"/>
                </a:lnSpc>
              </a:pPr>
              <a:endParaRPr sz="532"/>
            </a:p>
            <a:p>
              <a:pPr>
                <a:lnSpc>
                  <a:spcPts val="4442"/>
                </a:lnSpc>
              </a:pPr>
              <a:endParaRPr sz="532"/>
            </a:p>
          </p:txBody>
        </p:sp>
      </p:grpSp>
      <p:sp>
        <p:nvSpPr>
          <p:cNvPr id="23" name="Freeform 23"/>
          <p:cNvSpPr/>
          <p:nvPr/>
        </p:nvSpPr>
        <p:spPr>
          <a:xfrm>
            <a:off x="-2" y="41504201"/>
            <a:ext cx="19259552" cy="1736918"/>
          </a:xfrm>
          <a:custGeom>
            <a:avLst/>
            <a:gdLst/>
            <a:ahLst/>
            <a:cxnLst/>
            <a:rect l="l" t="t" r="r" b="b"/>
            <a:pathLst>
              <a:path w="22930987" h="6306021">
                <a:moveTo>
                  <a:pt x="0" y="0"/>
                </a:moveTo>
                <a:lnTo>
                  <a:pt x="22930987" y="0"/>
                </a:lnTo>
                <a:lnTo>
                  <a:pt x="22930987" y="6306022"/>
                </a:lnTo>
                <a:lnTo>
                  <a:pt x="0" y="63060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09488"/>
            </a:stretch>
          </a:blipFill>
        </p:spPr>
        <p:txBody>
          <a:bodyPr/>
          <a:lstStyle/>
          <a:p>
            <a:endParaRPr lang="en-SG" sz="532" dirty="0"/>
          </a:p>
        </p:txBody>
      </p:sp>
      <p:sp>
        <p:nvSpPr>
          <p:cNvPr id="24" name="Freeform 24"/>
          <p:cNvSpPr/>
          <p:nvPr/>
        </p:nvSpPr>
        <p:spPr>
          <a:xfrm flipH="1">
            <a:off x="-58626" y="41421579"/>
            <a:ext cx="12416958" cy="1819540"/>
          </a:xfrm>
          <a:custGeom>
            <a:avLst/>
            <a:gdLst/>
            <a:ahLst/>
            <a:cxnLst/>
            <a:rect l="l" t="t" r="r" b="b"/>
            <a:pathLst>
              <a:path w="10674462" h="2721988">
                <a:moveTo>
                  <a:pt x="10674462" y="0"/>
                </a:moveTo>
                <a:lnTo>
                  <a:pt x="0" y="0"/>
                </a:lnTo>
                <a:lnTo>
                  <a:pt x="0" y="2721988"/>
                </a:lnTo>
                <a:lnTo>
                  <a:pt x="10674462" y="2721988"/>
                </a:lnTo>
                <a:lnTo>
                  <a:pt x="106744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b="-29"/>
            </a:stretch>
          </a:blipFill>
        </p:spPr>
        <p:txBody>
          <a:bodyPr/>
          <a:lstStyle/>
          <a:p>
            <a:endParaRPr lang="en-SG" sz="532" dirty="0"/>
          </a:p>
        </p:txBody>
      </p:sp>
      <p:grpSp>
        <p:nvGrpSpPr>
          <p:cNvPr id="25" name="Group 25"/>
          <p:cNvGrpSpPr/>
          <p:nvPr/>
        </p:nvGrpSpPr>
        <p:grpSpPr>
          <a:xfrm>
            <a:off x="4685620" y="41618039"/>
            <a:ext cx="9583511" cy="1165880"/>
            <a:chOff x="0" y="0"/>
            <a:chExt cx="13378242" cy="1587836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378242" cy="1587836"/>
              <a:chOff x="0" y="0"/>
              <a:chExt cx="1185241" cy="14067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8524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85241" h="140674">
                    <a:moveTo>
                      <a:pt x="8960" y="0"/>
                    </a:moveTo>
                    <a:lnTo>
                      <a:pt x="1176281" y="0"/>
                    </a:lnTo>
                    <a:cubicBezTo>
                      <a:pt x="1181230" y="0"/>
                      <a:pt x="1185241" y="4011"/>
                      <a:pt x="1185241" y="8960"/>
                    </a:cubicBezTo>
                    <a:lnTo>
                      <a:pt x="1185241" y="131714"/>
                    </a:lnTo>
                    <a:cubicBezTo>
                      <a:pt x="1185241" y="136662"/>
                      <a:pt x="1181230" y="140674"/>
                      <a:pt x="1176281" y="140674"/>
                    </a:cubicBezTo>
                    <a:lnTo>
                      <a:pt x="8960" y="140674"/>
                    </a:lnTo>
                    <a:cubicBezTo>
                      <a:pt x="4011" y="140674"/>
                      <a:pt x="0" y="136662"/>
                      <a:pt x="0" y="131714"/>
                    </a:cubicBezTo>
                    <a:lnTo>
                      <a:pt x="0" y="8960"/>
                    </a:lnTo>
                    <a:cubicBezTo>
                      <a:pt x="0" y="4011"/>
                      <a:pt x="4011" y="0"/>
                      <a:pt x="896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SG" sz="532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0"/>
                <a:ext cx="1185241" cy="140674"/>
              </a:xfrm>
              <a:prstGeom prst="rect">
                <a:avLst/>
              </a:prstGeom>
            </p:spPr>
            <p:txBody>
              <a:bodyPr lIns="59440" tIns="59440" rIns="59440" bIns="59440" rtlCol="0" anchor="ctr"/>
              <a:lstStyle/>
              <a:p>
                <a:pPr algn="ctr">
                  <a:lnSpc>
                    <a:spcPts val="1566"/>
                  </a:lnSpc>
                </a:pPr>
                <a:endParaRPr sz="532"/>
              </a:p>
              <a:p>
                <a:pPr algn="ctr">
                  <a:lnSpc>
                    <a:spcPts val="481"/>
                  </a:lnSpc>
                </a:pPr>
                <a:endParaRPr sz="532"/>
              </a:p>
              <a:p>
                <a:pPr algn="ctr">
                  <a:lnSpc>
                    <a:spcPts val="481"/>
                  </a:lnSpc>
                </a:pPr>
                <a:endParaRPr sz="532"/>
              </a:p>
              <a:p>
                <a:pPr algn="ctr">
                  <a:lnSpc>
                    <a:spcPts val="481"/>
                  </a:lnSpc>
                </a:pPr>
                <a:endParaRPr sz="532"/>
              </a:p>
              <a:p>
                <a:pPr algn="ctr">
                  <a:lnSpc>
                    <a:spcPts val="481"/>
                  </a:lnSpc>
                </a:pPr>
                <a:endParaRPr sz="532"/>
              </a:p>
              <a:p>
                <a:pPr algn="ctr">
                  <a:lnSpc>
                    <a:spcPts val="481"/>
                  </a:lnSpc>
                </a:pPr>
                <a:endParaRPr sz="532"/>
              </a:p>
              <a:p>
                <a:pPr algn="ctr">
                  <a:lnSpc>
                    <a:spcPts val="481"/>
                  </a:lnSpc>
                </a:pPr>
                <a:endParaRPr sz="532"/>
              </a:p>
              <a:p>
                <a:pPr algn="ctr">
                  <a:lnSpc>
                    <a:spcPts val="481"/>
                  </a:lnSpc>
                </a:pPr>
                <a:endParaRPr sz="532"/>
              </a:p>
              <a:p>
                <a:pPr algn="ctr">
                  <a:lnSpc>
                    <a:spcPts val="481"/>
                  </a:lnSpc>
                </a:pPr>
                <a:endParaRPr sz="532"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298434" y="710632"/>
              <a:ext cx="1433231" cy="651763"/>
            </a:xfrm>
            <a:custGeom>
              <a:avLst/>
              <a:gdLst/>
              <a:ahLst/>
              <a:cxnLst/>
              <a:rect l="l" t="t" r="r" b="b"/>
              <a:pathLst>
                <a:path w="1433231" h="651763">
                  <a:moveTo>
                    <a:pt x="0" y="0"/>
                  </a:moveTo>
                  <a:lnTo>
                    <a:pt x="1433231" y="0"/>
                  </a:lnTo>
                  <a:lnTo>
                    <a:pt x="1433231" y="651763"/>
                  </a:lnTo>
                  <a:lnTo>
                    <a:pt x="0" y="651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2491195" y="689815"/>
              <a:ext cx="672580" cy="672580"/>
            </a:xfrm>
            <a:custGeom>
              <a:avLst/>
              <a:gdLst/>
              <a:ahLst/>
              <a:cxnLst/>
              <a:rect l="l" t="t" r="r" b="b"/>
              <a:pathLst>
                <a:path w="672580" h="672580">
                  <a:moveTo>
                    <a:pt x="0" y="0"/>
                  </a:moveTo>
                  <a:lnTo>
                    <a:pt x="672580" y="0"/>
                  </a:lnTo>
                  <a:lnTo>
                    <a:pt x="672580" y="672580"/>
                  </a:lnTo>
                  <a:lnTo>
                    <a:pt x="0" y="672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8213" t="-8387" r="-8696" b="-8522"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4114833" y="689815"/>
              <a:ext cx="811103" cy="693396"/>
            </a:xfrm>
            <a:custGeom>
              <a:avLst/>
              <a:gdLst/>
              <a:ahLst/>
              <a:cxnLst/>
              <a:rect l="l" t="t" r="r" b="b"/>
              <a:pathLst>
                <a:path w="811103" h="693396">
                  <a:moveTo>
                    <a:pt x="0" y="0"/>
                  </a:moveTo>
                  <a:lnTo>
                    <a:pt x="811103" y="0"/>
                  </a:lnTo>
                  <a:lnTo>
                    <a:pt x="811103" y="693396"/>
                  </a:lnTo>
                  <a:lnTo>
                    <a:pt x="0" y="693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6532" b="-10442"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3275567" y="689815"/>
              <a:ext cx="727474" cy="714213"/>
            </a:xfrm>
            <a:custGeom>
              <a:avLst/>
              <a:gdLst/>
              <a:ahLst/>
              <a:cxnLst/>
              <a:rect l="l" t="t" r="r" b="b"/>
              <a:pathLst>
                <a:path w="727474" h="714213">
                  <a:moveTo>
                    <a:pt x="0" y="0"/>
                  </a:moveTo>
                  <a:lnTo>
                    <a:pt x="727474" y="0"/>
                  </a:lnTo>
                  <a:lnTo>
                    <a:pt x="727474" y="714213"/>
                  </a:lnTo>
                  <a:lnTo>
                    <a:pt x="0" y="714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6779" t="-16782" r="-12850" b="-15254"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037728" y="689815"/>
              <a:ext cx="2704423" cy="693396"/>
            </a:xfrm>
            <a:custGeom>
              <a:avLst/>
              <a:gdLst/>
              <a:ahLst/>
              <a:cxnLst/>
              <a:rect l="l" t="t" r="r" b="b"/>
              <a:pathLst>
                <a:path w="2704423" h="693396">
                  <a:moveTo>
                    <a:pt x="0" y="0"/>
                  </a:moveTo>
                  <a:lnTo>
                    <a:pt x="2704423" y="0"/>
                  </a:lnTo>
                  <a:lnTo>
                    <a:pt x="2704423" y="693396"/>
                  </a:lnTo>
                  <a:lnTo>
                    <a:pt x="0" y="693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7853943" y="685892"/>
              <a:ext cx="2164339" cy="697320"/>
            </a:xfrm>
            <a:custGeom>
              <a:avLst/>
              <a:gdLst/>
              <a:ahLst/>
              <a:cxnLst/>
              <a:rect l="l" t="t" r="r" b="b"/>
              <a:pathLst>
                <a:path w="2164339" h="697320">
                  <a:moveTo>
                    <a:pt x="0" y="0"/>
                  </a:moveTo>
                  <a:lnTo>
                    <a:pt x="2164339" y="0"/>
                  </a:lnTo>
                  <a:lnTo>
                    <a:pt x="2164339" y="697319"/>
                  </a:lnTo>
                  <a:lnTo>
                    <a:pt x="0" y="697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3337" t="-8946" r="-3950" b="-10774"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0130074" y="657847"/>
              <a:ext cx="3014165" cy="725365"/>
            </a:xfrm>
            <a:custGeom>
              <a:avLst/>
              <a:gdLst/>
              <a:ahLst/>
              <a:cxnLst/>
              <a:rect l="l" t="t" r="r" b="b"/>
              <a:pathLst>
                <a:path w="3014165" h="725365">
                  <a:moveTo>
                    <a:pt x="0" y="0"/>
                  </a:moveTo>
                  <a:lnTo>
                    <a:pt x="3014164" y="0"/>
                  </a:lnTo>
                  <a:lnTo>
                    <a:pt x="3014164" y="725364"/>
                  </a:lnTo>
                  <a:lnTo>
                    <a:pt x="0" y="72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786" t="-3740" b="-5202"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843457" y="710632"/>
              <a:ext cx="535946" cy="516103"/>
            </a:xfrm>
            <a:custGeom>
              <a:avLst/>
              <a:gdLst/>
              <a:ahLst/>
              <a:cxnLst/>
              <a:rect l="l" t="t" r="r" b="b"/>
              <a:pathLst>
                <a:path w="535946" h="516103">
                  <a:moveTo>
                    <a:pt x="0" y="0"/>
                  </a:moveTo>
                  <a:lnTo>
                    <a:pt x="535946" y="0"/>
                  </a:lnTo>
                  <a:lnTo>
                    <a:pt x="535946" y="516102"/>
                  </a:lnTo>
                  <a:lnTo>
                    <a:pt x="0" y="516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r="-202695"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868055" y="1242774"/>
              <a:ext cx="476078" cy="127467"/>
            </a:xfrm>
            <a:custGeom>
              <a:avLst/>
              <a:gdLst/>
              <a:ahLst/>
              <a:cxnLst/>
              <a:rect l="l" t="t" r="r" b="b"/>
              <a:pathLst>
                <a:path w="476078" h="127467">
                  <a:moveTo>
                    <a:pt x="0" y="0"/>
                  </a:moveTo>
                  <a:lnTo>
                    <a:pt x="476078" y="0"/>
                  </a:lnTo>
                  <a:lnTo>
                    <a:pt x="476078" y="127468"/>
                  </a:lnTo>
                  <a:lnTo>
                    <a:pt x="0" y="127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52307" t="-43218" b="-37753"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2942002" y="202027"/>
              <a:ext cx="1783258" cy="276405"/>
            </a:xfrm>
            <a:custGeom>
              <a:avLst/>
              <a:gdLst/>
              <a:ahLst/>
              <a:cxnLst/>
              <a:rect l="l" t="t" r="r" b="b"/>
              <a:pathLst>
                <a:path w="1783258" h="276405">
                  <a:moveTo>
                    <a:pt x="0" y="0"/>
                  </a:moveTo>
                  <a:lnTo>
                    <a:pt x="1783258" y="0"/>
                  </a:lnTo>
                  <a:lnTo>
                    <a:pt x="1783258" y="276405"/>
                  </a:lnTo>
                  <a:lnTo>
                    <a:pt x="0" y="276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8650705" y="202027"/>
              <a:ext cx="1783258" cy="276405"/>
            </a:xfrm>
            <a:custGeom>
              <a:avLst/>
              <a:gdLst/>
              <a:ahLst/>
              <a:cxnLst/>
              <a:rect l="l" t="t" r="r" b="b"/>
              <a:pathLst>
                <a:path w="1783258" h="276405">
                  <a:moveTo>
                    <a:pt x="0" y="0"/>
                  </a:moveTo>
                  <a:lnTo>
                    <a:pt x="1783258" y="0"/>
                  </a:lnTo>
                  <a:lnTo>
                    <a:pt x="1783258" y="276405"/>
                  </a:lnTo>
                  <a:lnTo>
                    <a:pt x="0" y="276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4946741" y="39718"/>
              <a:ext cx="3484761" cy="601024"/>
              <a:chOff x="0" y="0"/>
              <a:chExt cx="311661" cy="5375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311661" cy="53753"/>
              </a:xfrm>
              <a:custGeom>
                <a:avLst/>
                <a:gdLst/>
                <a:ahLst/>
                <a:cxnLst/>
                <a:rect l="l" t="t" r="r" b="b"/>
                <a:pathLst>
                  <a:path w="311661" h="53753">
                    <a:moveTo>
                      <a:pt x="26876" y="0"/>
                    </a:moveTo>
                    <a:lnTo>
                      <a:pt x="284785" y="0"/>
                    </a:lnTo>
                    <a:cubicBezTo>
                      <a:pt x="291913" y="0"/>
                      <a:pt x="298749" y="2832"/>
                      <a:pt x="303789" y="7872"/>
                    </a:cubicBezTo>
                    <a:cubicBezTo>
                      <a:pt x="308830" y="12912"/>
                      <a:pt x="311661" y="19748"/>
                      <a:pt x="311661" y="26876"/>
                    </a:cubicBezTo>
                    <a:lnTo>
                      <a:pt x="311661" y="26876"/>
                    </a:lnTo>
                    <a:cubicBezTo>
                      <a:pt x="311661" y="34004"/>
                      <a:pt x="308830" y="40841"/>
                      <a:pt x="303789" y="45881"/>
                    </a:cubicBezTo>
                    <a:cubicBezTo>
                      <a:pt x="298749" y="50921"/>
                      <a:pt x="291913" y="53753"/>
                      <a:pt x="284785" y="53753"/>
                    </a:cubicBezTo>
                    <a:lnTo>
                      <a:pt x="26876" y="53753"/>
                    </a:lnTo>
                    <a:cubicBezTo>
                      <a:pt x="19748" y="53753"/>
                      <a:pt x="12912" y="50921"/>
                      <a:pt x="7872" y="45881"/>
                    </a:cubicBezTo>
                    <a:cubicBezTo>
                      <a:pt x="2832" y="40841"/>
                      <a:pt x="0" y="34004"/>
                      <a:pt x="0" y="26876"/>
                    </a:cubicBezTo>
                    <a:lnTo>
                      <a:pt x="0" y="26876"/>
                    </a:lnTo>
                    <a:cubicBezTo>
                      <a:pt x="0" y="19748"/>
                      <a:pt x="2832" y="12912"/>
                      <a:pt x="7872" y="7872"/>
                    </a:cubicBezTo>
                    <a:cubicBezTo>
                      <a:pt x="12912" y="2832"/>
                      <a:pt x="19748" y="0"/>
                      <a:pt x="268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491F9">
                      <a:alpha val="100000"/>
                    </a:srgbClr>
                  </a:gs>
                  <a:gs pos="50000">
                    <a:srgbClr val="262489">
                      <a:alpha val="100000"/>
                    </a:srgbClr>
                  </a:gs>
                  <a:gs pos="100000">
                    <a:srgbClr val="5491F9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n-SG" sz="532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57150"/>
                <a:ext cx="311661" cy="110903"/>
              </a:xfrm>
              <a:prstGeom prst="rect">
                <a:avLst/>
              </a:prstGeom>
            </p:spPr>
            <p:txBody>
              <a:bodyPr lIns="58883" tIns="58883" rIns="58883" bIns="58883" rtlCol="0" anchor="ctr"/>
              <a:lstStyle/>
              <a:p>
                <a:pPr algn="ctr">
                  <a:lnSpc>
                    <a:spcPts val="4442"/>
                  </a:lnSpc>
                </a:pPr>
                <a:endParaRPr sz="532"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4946742" y="192800"/>
              <a:ext cx="3484761" cy="399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3"/>
                </a:lnSpc>
                <a:spcBef>
                  <a:spcPct val="0"/>
                </a:spcBef>
              </a:pPr>
              <a:r>
                <a:rPr lang="en-US" sz="1303" spc="5">
                  <a:solidFill>
                    <a:srgbClr val="FFFFFF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Sponsors &amp; Supporters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580791" y="906189"/>
            <a:ext cx="1704093" cy="206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4"/>
              </a:lnSpc>
            </a:pPr>
            <a:r>
              <a:rPr lang="en-US" sz="2000" spc="-17" dirty="0">
                <a:solidFill>
                  <a:srgbClr val="193B68"/>
                </a:solidFill>
                <a:latin typeface="Francois One"/>
                <a:ea typeface="Francois One"/>
                <a:cs typeface="Francois One"/>
                <a:sym typeface="Francois One"/>
              </a:rPr>
              <a:t>CO-ORGANIZERS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42595" y="2716413"/>
            <a:ext cx="5574360" cy="842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25"/>
              </a:lnSpc>
              <a:spcBef>
                <a:spcPct val="0"/>
              </a:spcBef>
            </a:pPr>
            <a:r>
              <a:rPr lang="en-US" sz="5018" dirty="0">
                <a:solidFill>
                  <a:srgbClr val="193B68"/>
                </a:solidFill>
                <a:latin typeface="Anton"/>
                <a:ea typeface="Anton"/>
                <a:cs typeface="Anton"/>
                <a:sym typeface="Anton"/>
              </a:rPr>
              <a:t>PAPER TITLE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320792" y="3824045"/>
            <a:ext cx="14617967" cy="402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  <a:spcBef>
                <a:spcPct val="0"/>
              </a:spcBef>
            </a:pPr>
            <a:r>
              <a:rPr lang="en-US" sz="2509" b="1" dirty="0">
                <a:solidFill>
                  <a:srgbClr val="193B68"/>
                </a:solidFill>
                <a:latin typeface="Tahoma Bold"/>
                <a:ea typeface="Tahoma Bold"/>
                <a:cs typeface="Tahoma Bold"/>
                <a:sym typeface="Tahoma Bold"/>
              </a:rPr>
              <a:t>Author Names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274905" y="4469039"/>
            <a:ext cx="14709741" cy="367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62"/>
              </a:lnSpc>
              <a:spcBef>
                <a:spcPct val="0"/>
              </a:spcBef>
            </a:pPr>
            <a:r>
              <a:rPr lang="en-US" sz="2258" dirty="0">
                <a:solidFill>
                  <a:srgbClr val="193B68"/>
                </a:solidFill>
                <a:latin typeface="Tahoma"/>
                <a:ea typeface="Tahoma"/>
                <a:cs typeface="Tahoma"/>
                <a:sym typeface="Tahoma"/>
              </a:rPr>
              <a:t>Author Affiliations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9477376" y="1166204"/>
            <a:ext cx="8001000" cy="745669"/>
            <a:chOff x="0" y="0"/>
            <a:chExt cx="11547066" cy="107376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26760" cy="1060080"/>
            </a:xfrm>
            <a:custGeom>
              <a:avLst/>
              <a:gdLst/>
              <a:ahLst/>
              <a:cxnLst/>
              <a:rect l="l" t="t" r="r" b="b"/>
              <a:pathLst>
                <a:path w="1426760" h="1060080">
                  <a:moveTo>
                    <a:pt x="0" y="0"/>
                  </a:moveTo>
                  <a:lnTo>
                    <a:pt x="1426760" y="0"/>
                  </a:lnTo>
                  <a:lnTo>
                    <a:pt x="1426760" y="1060080"/>
                  </a:lnTo>
                  <a:lnTo>
                    <a:pt x="0" y="106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1673954" y="13686"/>
              <a:ext cx="781262" cy="1058360"/>
            </a:xfrm>
            <a:custGeom>
              <a:avLst/>
              <a:gdLst/>
              <a:ahLst/>
              <a:cxnLst/>
              <a:rect l="l" t="t" r="r" b="b"/>
              <a:pathLst>
                <a:path w="781262" h="1058360">
                  <a:moveTo>
                    <a:pt x="0" y="0"/>
                  </a:moveTo>
                  <a:lnTo>
                    <a:pt x="781262" y="0"/>
                  </a:lnTo>
                  <a:lnTo>
                    <a:pt x="781262" y="1058360"/>
                  </a:lnTo>
                  <a:lnTo>
                    <a:pt x="0" y="1058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2703011" y="13686"/>
              <a:ext cx="696148" cy="1058360"/>
            </a:xfrm>
            <a:custGeom>
              <a:avLst/>
              <a:gdLst/>
              <a:ahLst/>
              <a:cxnLst/>
              <a:rect l="l" t="t" r="r" b="b"/>
              <a:pathLst>
                <a:path w="696148" h="1058360">
                  <a:moveTo>
                    <a:pt x="0" y="0"/>
                  </a:moveTo>
                  <a:lnTo>
                    <a:pt x="696148" y="0"/>
                  </a:lnTo>
                  <a:lnTo>
                    <a:pt x="696148" y="1058360"/>
                  </a:lnTo>
                  <a:lnTo>
                    <a:pt x="0" y="1058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3646954" y="0"/>
              <a:ext cx="962194" cy="1058360"/>
            </a:xfrm>
            <a:custGeom>
              <a:avLst/>
              <a:gdLst/>
              <a:ahLst/>
              <a:cxnLst/>
              <a:rect l="l" t="t" r="r" b="b"/>
              <a:pathLst>
                <a:path w="962194" h="1058360">
                  <a:moveTo>
                    <a:pt x="0" y="0"/>
                  </a:moveTo>
                  <a:lnTo>
                    <a:pt x="962194" y="0"/>
                  </a:lnTo>
                  <a:lnTo>
                    <a:pt x="962194" y="1058360"/>
                  </a:lnTo>
                  <a:lnTo>
                    <a:pt x="0" y="1058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282398"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9378155" y="13686"/>
              <a:ext cx="1060080" cy="1060080"/>
            </a:xfrm>
            <a:custGeom>
              <a:avLst/>
              <a:gdLst/>
              <a:ahLst/>
              <a:cxnLst/>
              <a:rect l="l" t="t" r="r" b="b"/>
              <a:pathLst>
                <a:path w="1060080" h="1060080">
                  <a:moveTo>
                    <a:pt x="0" y="0"/>
                  </a:moveTo>
                  <a:lnTo>
                    <a:pt x="1060080" y="0"/>
                  </a:lnTo>
                  <a:lnTo>
                    <a:pt x="1060080" y="1060081"/>
                  </a:lnTo>
                  <a:lnTo>
                    <a:pt x="0" y="1060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4856943" y="0"/>
              <a:ext cx="4273417" cy="1073696"/>
            </a:xfrm>
            <a:custGeom>
              <a:avLst/>
              <a:gdLst/>
              <a:ahLst/>
              <a:cxnLst/>
              <a:rect l="l" t="t" r="r" b="b"/>
              <a:pathLst>
                <a:path w="4273417" h="1073696">
                  <a:moveTo>
                    <a:pt x="0" y="0"/>
                  </a:moveTo>
                  <a:lnTo>
                    <a:pt x="4273417" y="0"/>
                  </a:lnTo>
                  <a:lnTo>
                    <a:pt x="4273417" y="1073696"/>
                  </a:lnTo>
                  <a:lnTo>
                    <a:pt x="0" y="1073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10686030" y="13686"/>
              <a:ext cx="861036" cy="1060080"/>
            </a:xfrm>
            <a:custGeom>
              <a:avLst/>
              <a:gdLst/>
              <a:ahLst/>
              <a:cxnLst/>
              <a:rect l="l" t="t" r="r" b="b"/>
              <a:pathLst>
                <a:path w="861036" h="1060080">
                  <a:moveTo>
                    <a:pt x="0" y="0"/>
                  </a:moveTo>
                  <a:lnTo>
                    <a:pt x="861036" y="0"/>
                  </a:lnTo>
                  <a:lnTo>
                    <a:pt x="861036" y="1060081"/>
                  </a:lnTo>
                  <a:lnTo>
                    <a:pt x="0" y="1060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t="-4703" b="-4473"/>
              </a:stretch>
            </a:blipFill>
          </p:spPr>
          <p:txBody>
            <a:bodyPr/>
            <a:lstStyle/>
            <a:p>
              <a:endParaRPr lang="en-SG" sz="532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2084364" y="1732970"/>
            <a:ext cx="3278211" cy="207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6"/>
              </a:lnSpc>
            </a:pPr>
            <a:r>
              <a:rPr lang="en-US" sz="1200" dirty="0">
                <a:gradFill>
                  <a:gsLst>
                    <a:gs pos="0">
                      <a:srgbClr val="5491F9">
                        <a:alpha val="100000"/>
                      </a:srgbClr>
                    </a:gs>
                    <a:gs pos="50000">
                      <a:srgbClr val="262489">
                        <a:alpha val="100000"/>
                      </a:srgbClr>
                    </a:gs>
                    <a:gs pos="100000">
                      <a:srgbClr val="5491F9">
                        <a:alpha val="100000"/>
                      </a:srgbClr>
                    </a:gs>
                  </a:gsLst>
                  <a:lin ang="54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November 2, 3 &amp; 4, 2026 - HCMC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33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Tahoma</vt:lpstr>
      <vt:lpstr>Noto Sans</vt:lpstr>
      <vt:lpstr>Calibri</vt:lpstr>
      <vt:lpstr>Francois One</vt:lpstr>
      <vt:lpstr>Tahoma Bold</vt:lpstr>
      <vt:lpstr>Anton</vt:lpstr>
      <vt:lpstr>Arial</vt:lpstr>
      <vt:lpstr>League Spartan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Poster ICEBA 2026 (80 x 180 cm)</dc:title>
  <cp:lastModifiedBy>Trần Thị Chiến Ngữ</cp:lastModifiedBy>
  <cp:revision>2</cp:revision>
  <dcterms:created xsi:type="dcterms:W3CDTF">2006-08-16T00:00:00Z</dcterms:created>
  <dcterms:modified xsi:type="dcterms:W3CDTF">2026-10-08T02:29:24Z</dcterms:modified>
  <dc:identifier>DAHXYW4I-V0</dc:identifier>
</cp:coreProperties>
</file>